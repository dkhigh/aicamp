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Do Hyeon" panose="020B0600000101010101" charset="-127"/>
      <p:regular r:id="rId10"/>
    </p:embeddedFont>
    <p:embeddedFont>
      <p:font typeface="Noto Sans KR" panose="020B0200000000000000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8EB60-A656-469A-9C1F-66BB5C71D69B}" v="9" dt="2026-10-01T06:25:12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영수" userId="90b89c14-7db7-4ed8-b432-7b2cb872bc0e" providerId="ADAL" clId="{B3898EA4-4205-402A-96F5-7B84458B0058}"/>
    <pc:docChg chg="undo custSel modSld">
      <pc:chgData name="이영수" userId="90b89c14-7db7-4ed8-b432-7b2cb872bc0e" providerId="ADAL" clId="{B3898EA4-4205-402A-96F5-7B84458B0058}" dt="2026-10-01T06:25:12.525" v="202"/>
      <pc:docMkLst>
        <pc:docMk/>
      </pc:docMkLst>
      <pc:sldChg chg="addSp delSp modSp mod">
        <pc:chgData name="이영수" userId="90b89c14-7db7-4ed8-b432-7b2cb872bc0e" providerId="ADAL" clId="{B3898EA4-4205-402A-96F5-7B84458B0058}" dt="2026-10-01T06:25:12.525" v="202"/>
        <pc:sldMkLst>
          <pc:docMk/>
          <pc:sldMk cId="0" sldId="256"/>
        </pc:sldMkLst>
        <pc:spChg chg="add mod">
          <ac:chgData name="이영수" userId="90b89c14-7db7-4ed8-b432-7b2cb872bc0e" providerId="ADAL" clId="{B3898EA4-4205-402A-96F5-7B84458B0058}" dt="2026-10-01T06:20:44.748" v="165" actId="571"/>
          <ac:spMkLst>
            <pc:docMk/>
            <pc:sldMk cId="0" sldId="256"/>
            <ac:spMk id="2" creationId="{99E0618D-40F6-A250-BA73-49A0E70D087B}"/>
          </ac:spMkLst>
        </pc:spChg>
        <pc:spChg chg="add del">
          <ac:chgData name="이영수" userId="90b89c14-7db7-4ed8-b432-7b2cb872bc0e" providerId="ADAL" clId="{B3898EA4-4205-402A-96F5-7B84458B0058}" dt="2026-10-01T06:20:49.943" v="167" actId="22"/>
          <ac:spMkLst>
            <pc:docMk/>
            <pc:sldMk cId="0" sldId="256"/>
            <ac:spMk id="4" creationId="{5BFD7D10-2A5F-91E2-C46E-2ECDE0E29DA3}"/>
          </ac:spMkLst>
        </pc:spChg>
        <pc:spChg chg="add del">
          <ac:chgData name="이영수" userId="90b89c14-7db7-4ed8-b432-7b2cb872bc0e" providerId="ADAL" clId="{B3898EA4-4205-402A-96F5-7B84458B0058}" dt="2026-10-01T06:20:49.943" v="167" actId="22"/>
          <ac:spMkLst>
            <pc:docMk/>
            <pc:sldMk cId="0" sldId="256"/>
            <ac:spMk id="6" creationId="{7E95A77B-0380-5275-5A8E-0F41627FEFC0}"/>
          </ac:spMkLst>
        </pc:spChg>
        <pc:spChg chg="add mod">
          <ac:chgData name="이영수" userId="90b89c14-7db7-4ed8-b432-7b2cb872bc0e" providerId="ADAL" clId="{B3898EA4-4205-402A-96F5-7B84458B0058}" dt="2026-10-01T06:25:12.525" v="202"/>
          <ac:spMkLst>
            <pc:docMk/>
            <pc:sldMk cId="0" sldId="256"/>
            <ac:spMk id="8" creationId="{0AA49FD2-8481-87B6-8F56-2957263AEA80}"/>
          </ac:spMkLst>
        </pc:spChg>
        <pc:spChg chg="add 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10" creationId="{55C17241-0754-6E87-1589-2D6B65CA0A61}"/>
          </ac:spMkLst>
        </pc:spChg>
        <pc:spChg chg="add mod">
          <ac:chgData name="이영수" userId="90b89c14-7db7-4ed8-b432-7b2cb872bc0e" providerId="ADAL" clId="{B3898EA4-4205-402A-96F5-7B84458B0058}" dt="2026-10-01T06:21:13.242" v="187" actId="571"/>
          <ac:spMkLst>
            <pc:docMk/>
            <pc:sldMk cId="0" sldId="256"/>
            <ac:spMk id="11" creationId="{92685D7F-CFDB-CBB8-FE78-ACFEB934E6F0}"/>
          </ac:spMkLst>
        </pc:spChg>
        <pc:spChg chg="add mod">
          <ac:chgData name="이영수" userId="90b89c14-7db7-4ed8-b432-7b2cb872bc0e" providerId="ADAL" clId="{B3898EA4-4205-402A-96F5-7B84458B0058}" dt="2026-10-01T06:21:13.242" v="187" actId="571"/>
          <ac:spMkLst>
            <pc:docMk/>
            <pc:sldMk cId="0" sldId="256"/>
            <ac:spMk id="12" creationId="{EA551FF9-4BDD-11CF-F2ED-A72628D59F92}"/>
          </ac:spMkLst>
        </pc:spChg>
        <pc:spChg chg="add mod">
          <ac:chgData name="이영수" userId="90b89c14-7db7-4ed8-b432-7b2cb872bc0e" providerId="ADAL" clId="{B3898EA4-4205-402A-96F5-7B84458B0058}" dt="2026-10-01T06:21:12.522" v="186" actId="571"/>
          <ac:spMkLst>
            <pc:docMk/>
            <pc:sldMk cId="0" sldId="256"/>
            <ac:spMk id="13" creationId="{592EE03F-ABCC-126F-B4CD-DB7DB6962BF0}"/>
          </ac:spMkLst>
        </pc:spChg>
        <pc:spChg chg="add mod">
          <ac:chgData name="이영수" userId="90b89c14-7db7-4ed8-b432-7b2cb872bc0e" providerId="ADAL" clId="{B3898EA4-4205-402A-96F5-7B84458B0058}" dt="2026-10-01T06:21:12.522" v="186" actId="571"/>
          <ac:spMkLst>
            <pc:docMk/>
            <pc:sldMk cId="0" sldId="256"/>
            <ac:spMk id="14" creationId="{70EFA1C6-A124-B9AD-B9EE-301511E9BDC4}"/>
          </ac:spMkLst>
        </pc:spChg>
        <pc:spChg chg="add del mod">
          <ac:chgData name="이영수" userId="90b89c14-7db7-4ed8-b432-7b2cb872bc0e" providerId="ADAL" clId="{B3898EA4-4205-402A-96F5-7B84458B0058}" dt="2026-10-01T06:21:15.125" v="190"/>
          <ac:spMkLst>
            <pc:docMk/>
            <pc:sldMk cId="0" sldId="256"/>
            <ac:spMk id="15" creationId="{625FF234-84F4-DAE9-B12B-111CF866E562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0:18.306" v="108" actId="20577"/>
          <ac:spMkLst>
            <pc:docMk/>
            <pc:sldMk cId="0" sldId="256"/>
            <ac:spMk id="61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6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16.264" v="192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21:25.159" v="195" actId="1076"/>
          <ac:spMkLst>
            <pc:docMk/>
            <pc:sldMk cId="0" sldId="256"/>
            <ac:spMk id="70" creationId="{00000000-0000-0000-0000-000000000000}"/>
          </ac:spMkLst>
        </pc:spChg>
        <pc:spChg chg="mod">
          <ac:chgData name="이영수" userId="90b89c14-7db7-4ed8-b432-7b2cb872bc0e" providerId="ADAL" clId="{B3898EA4-4205-402A-96F5-7B84458B0058}" dt="2026-10-01T06:19:00.470" v="12" actId="20577"/>
          <ac:spMkLst>
            <pc:docMk/>
            <pc:sldMk cId="0" sldId="256"/>
            <ac:spMk id="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7873058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7873058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14:00~14:10. 팀 이름, 직무, 역할을 정합니다. 제작 PC는 유료 Claude 계정이 있는 사람 노트북으로 정해요.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7873058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7873058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14:10~14:25 불편 모으기, 14:25~14:35 점수. 「현업의 불편 찾기」 교안의 길 1~5를 팀원이 하나씩 맡아요.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78730584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78730584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14:35~14:45. 단계를 너무 잘게 나누지 말고 4단계 안에서 적어요. 시간은 대략이어도 괜찮아요(가상 숫자 가능).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S_API178730584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S_API178730584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번째 답이 "정해진 창구가 없다", "기록이 한곳에 없다"처럼 구조를 가리키면 좋은 원인이에요.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S_API17873058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S_API17873058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오전 실습 4의 판별 기준 그대로입니다. 툴로 제작이 하나도 없으면 주제를 다시 봐야 해요.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SLIDES_API178730584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SLIDES_API178730584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1~5장 내용을 AI에게 넘겨 "기능을 5개로 쪼개줘"라고 하면 초안이 나옵니다. 다 쓰면 파일 → 다운로드 → 일반 텍스트(.txt)나 PDF로 받아 팀 작업 폴더에 넣고, 첫 요청은 "이 파일을 읽고 1번 기능부터 만들어 줘".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78730584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S_API178730584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15:10부터 팀당 3분 발표. 2장(불편 모으기)은 자동으로 건너뛰므로 1, 3, 4, 5, 6, 7장만 나옵니다.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우리 팀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회색 글씨를 지우고 적어요. 이 장은 발표 첫 장이 됩니다.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04800" y="939800"/>
            <a:ext cx="5334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chemeClr val="tx1"/>
                </a:solidFill>
                <a:latin typeface="Do Hyeon"/>
                <a:ea typeface="Do Hyeon"/>
                <a:cs typeface="Do Hyeon"/>
                <a:sym typeface="Do Hyeon"/>
              </a:rPr>
              <a:t>팀 이름을 적어요</a:t>
            </a:r>
            <a:endParaRPr sz="2000" dirty="0">
              <a:solidFill>
                <a:schemeClr val="tx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04800" y="1651000"/>
            <a:ext cx="5334000" cy="5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4800" y="22860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팀원과 역할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04900" y="2620109"/>
            <a:ext cx="13971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01900" y="2620109"/>
            <a:ext cx="3936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역할 (제작 · 데이터 · 테스트 · 발표 · 기록)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04900" y="28741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이영수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701900" y="28741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04800" y="32042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권태경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701900" y="32043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발표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304900" y="35345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임형민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701900" y="35345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04900" y="38647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윤도경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701900" y="38647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304900" y="41949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박해성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701900" y="41949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제작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842000" y="939800"/>
            <a:ext cx="2997300" cy="121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이영수</a:t>
            </a:r>
          </a:p>
        </p:txBody>
      </p:sp>
      <p:sp>
        <p:nvSpPr>
          <p:cNvPr id="72" name="Google Shape;72;p13"/>
          <p:cNvSpPr/>
          <p:nvPr/>
        </p:nvSpPr>
        <p:spPr>
          <a:xfrm>
            <a:off x="5842000" y="2286000"/>
            <a:ext cx="2997300" cy="81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ko" sz="12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https://github.com/DKhigh</a:t>
            </a:r>
            <a:endParaRPr sz="1200" dirty="0">
              <a:solidFill>
                <a:schemeClr val="tx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5842000" y="3251200"/>
            <a:ext cx="2997300" cy="11937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목표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→ 저장 → 조회되는 프로그램 1개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0AA49FD2-8481-87B6-8F56-2957263AEA80}"/>
              </a:ext>
            </a:extLst>
          </p:cNvPr>
          <p:cNvSpPr/>
          <p:nvPr/>
        </p:nvSpPr>
        <p:spPr>
          <a:xfrm>
            <a:off x="304800" y="4524809"/>
            <a:ext cx="13971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최민준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" name="Google Shape;70;p13">
            <a:extLst>
              <a:ext uri="{FF2B5EF4-FFF2-40B4-BE49-F238E27FC236}">
                <a16:creationId xmlns:a16="http://schemas.microsoft.com/office/drawing/2014/main" id="{55C17241-0754-6E87-1589-2D6B65CA0A61}"/>
              </a:ext>
            </a:extLst>
          </p:cNvPr>
          <p:cNvSpPr/>
          <p:nvPr/>
        </p:nvSpPr>
        <p:spPr>
          <a:xfrm>
            <a:off x="1701800" y="4524809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기록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 dirty="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불편 모으기</a:t>
            </a:r>
            <a:endParaRPr sz="2600" dirty="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때는 자동으로 건너뛰는 장이에요. 팀원이 찾는 길을 나눠 맡아 6개 이상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04800" y="939800"/>
            <a:ext cx="279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84200" y="939800"/>
            <a:ext cx="3327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불편한 일 (매번 · 일일이 · 취합 · 옮겨 적음)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911600" y="939800"/>
            <a:ext cx="8382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겪나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749800" y="939800"/>
            <a:ext cx="1143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04800" y="1193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84200" y="1193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911600" y="1193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749800" y="1193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 err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ㅁㄴㅇ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04800" y="1574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84200" y="1574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3911600" y="1574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749800" y="1574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04800" y="1955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84200" y="1955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911600" y="1955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749800" y="1955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04800" y="2336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84200" y="2336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911600" y="2336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49800" y="2336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04800" y="2717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84200" y="2717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911600" y="2717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49800" y="2717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04800" y="3098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4200" y="3098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911600" y="3098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49800" y="3098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04800" y="3479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84200" y="3479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911600" y="3479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749800" y="3479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04800" y="3860800"/>
            <a:ext cx="279300" cy="3810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84200" y="3860800"/>
            <a:ext cx="33273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911600" y="3860800"/>
            <a:ext cx="8382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749800" y="3860800"/>
            <a:ext cx="1143000" cy="381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019800" y="939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점수 (각 1~5점)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19800" y="1168400"/>
            <a:ext cx="1320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후보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340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자주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7721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102600" y="1168400"/>
            <a:ext cx="3810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실수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483600" y="1168400"/>
            <a:ext cx="355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019800" y="14224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340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7721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102600" y="14224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483600" y="14224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6019800" y="18796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7340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721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102600" y="18796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8483600" y="18796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019800" y="2336800"/>
            <a:ext cx="1320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340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721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102600" y="2336800"/>
            <a:ext cx="3810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483600" y="2336800"/>
            <a:ext cx="355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19800" y="2819400"/>
            <a:ext cx="28194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확정한 불편 한 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019800" y="3683000"/>
            <a:ext cx="2819400" cy="7620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14:35까지 못 정하면 합계가 가장 높은 후보로 확정해요</a:t>
            </a:r>
            <a:endParaRPr sz="100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04800" y="4495800"/>
            <a:ext cx="8534400" cy="38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찾았나: 채용공고 · NCS · 현직자 영상·글 · AI 인터뷰 · 지인 · 팀 토의   |   AI 인터뷰 후보는 공고에서 확인되면 ✓ 표시</a:t>
            </a:r>
            <a:endParaRPr sz="9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문제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고른 불편과, 지금 그 일이 어떻게 처리되는지 적어요 (As-Is).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304800" y="939800"/>
            <a:ext cx="8534400" cy="711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rgbClr val="9A9A95"/>
                </a:solidFill>
                <a:latin typeface="Do Hyeon"/>
                <a:ea typeface="Do Hyeon"/>
                <a:cs typeface="Do Hyeon"/>
                <a:sym typeface="Do Hyeon"/>
              </a:rPr>
              <a:t>우리가 고른 불편을 한 줄로 적어요</a:t>
            </a:r>
            <a:endParaRPr sz="1600" dirty="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04800" y="1803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지금은 이렇게 (단계마다 하는 일과 걸리는 시간)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048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일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2098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5146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일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</a:t>
            </a:r>
            <a:endParaRPr sz="1100" dirty="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4196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7244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일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66294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934200" y="2057400"/>
            <a:ext cx="1905000" cy="147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4단계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일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04800" y="3708400"/>
            <a:ext cx="41910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지금 모두 합쳐 걸리는 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648200" y="3708400"/>
            <a:ext cx="4191000" cy="73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이 불편을 겪나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원인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"왜?"를 세 번 물어요. "사람이 게을러서"로 끝나면 다시 물어요.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04800" y="9398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왜 이 불편이 생기나?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54000" y="8382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1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4114800" y="11430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521200" y="9398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답을 적어요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04800" y="17526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왜 그렇게 되나?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4000" y="16510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2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114800" y="19558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521200" y="17526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답을 적어요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04800" y="2565400"/>
            <a:ext cx="38100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왜 그렇게 되나?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54000" y="2463800"/>
            <a:ext cx="584100" cy="203100"/>
          </a:xfrm>
          <a:prstGeom prst="roundRect">
            <a:avLst>
              <a:gd name="adj" fmla="val 16667"/>
            </a:avLst>
          </a:prstGeom>
          <a:solidFill>
            <a:srgbClr val="EE6A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3</a:t>
            </a:r>
            <a:endParaRPr sz="80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114800" y="27686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21200" y="2565400"/>
            <a:ext cx="43179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답을 적어요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04800" y="3454400"/>
            <a:ext cx="8534400" cy="8889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Do Hyeon"/>
                <a:ea typeface="Do Hyeon"/>
                <a:cs typeface="Do Hyeon"/>
                <a:sym typeface="Do Hyeon"/>
              </a:rPr>
              <a:t>진짜 원인을 한 줄로 적어요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해결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바뀐 뒤 모습을 한 줄로, 그리고 AI로 끝낼 일과 툴로 만들 일을 나눠요 (To-Be).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04800" y="939800"/>
            <a:ext cx="8534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Do Hyeon"/>
                <a:ea typeface="Do Hyeon"/>
                <a:cs typeface="Do Hyeon"/>
                <a:sym typeface="Do Hyeon"/>
              </a:rPr>
              <a:t>바뀐 뒤에는 이렇게 돼요 (한 줄)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04800" y="1778000"/>
            <a:ext cx="3810000" cy="635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지금: 예) 취합 4시간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114800" y="19304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521200" y="1778000"/>
            <a:ext cx="4317900" cy="635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바뀐 뒤: 예) 20분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304800" y="2565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AI로? 툴로?  여러 명이 입력하고 기록이 쌓이면 툴이에요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04800" y="2819400"/>
            <a:ext cx="58419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할 일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146800" y="2819400"/>
            <a:ext cx="2692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 채팅으로 / 툴로 제작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04800" y="30734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146800" y="30734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04800" y="35306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146800" y="35306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4800" y="3987800"/>
            <a:ext cx="58419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146800" y="3987800"/>
            <a:ext cx="269250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만들 것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이 장을 다 쓰면 AI에게 기획서로 정리시켜 저녁 제작을 시작해요.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04800" y="939800"/>
            <a:ext cx="3048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Product P</a:t>
            </a:r>
            <a:r>
              <a:rPr lang="ko-KR" altLang="ko-KR" dirty="0" err="1">
                <a:solidFill>
                  <a:schemeClr val="tx1"/>
                </a:solidFill>
                <a:latin typeface="+mj-lt"/>
              </a:rPr>
              <a:t>roblem</a:t>
            </a:r>
            <a:r>
              <a:rPr lang="en-US" altLang="ko-KR" sz="1600" dirty="0">
                <a:solidFill>
                  <a:schemeClr val="tx1"/>
                </a:solidFill>
                <a:latin typeface="+mj-lt"/>
                <a:ea typeface="Do Hyeon"/>
                <a:sym typeface="Do Hyeon"/>
              </a:rPr>
              <a:t> Clear(PPC)</a:t>
            </a:r>
            <a:endParaRPr lang="ko-KR" altLang="ko-KR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505200" y="939800"/>
            <a:ext cx="5334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생산관리자용 문제 해결 자동화 프로그램</a:t>
            </a:r>
            <a:endParaRPr sz="1200" dirty="0">
              <a:solidFill>
                <a:schemeClr val="tx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04800" y="1701800"/>
            <a:ext cx="2692500" cy="198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제품에 문제가 생겼는데 어떻게 해결할 수 있어</a:t>
            </a:r>
            <a:r>
              <a:rPr lang="en-US" altLang="ko-KR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lang="ko-KR" altLang="en-US" sz="1100" dirty="0">
              <a:solidFill>
                <a:schemeClr val="tx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124200" y="1701800"/>
            <a:ext cx="2692500" cy="198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A</a:t>
            </a:r>
            <a:r>
              <a:rPr lang="ko-KR" altLang="en-US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제품의 지연이 </a:t>
            </a:r>
            <a:r>
              <a:rPr lang="en-US" altLang="ko-KR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달 걸린다면 </a:t>
            </a:r>
            <a:r>
              <a:rPr lang="en-US" altLang="ko-KR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B, C </a:t>
            </a:r>
            <a:r>
              <a:rPr lang="ko-KR" altLang="en-US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제품으로 대체하여 문제를 해결할 수 있습니다</a:t>
            </a:r>
            <a:r>
              <a:rPr lang="en-US" altLang="ko-KR" sz="1100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100" dirty="0">
              <a:solidFill>
                <a:schemeClr val="tx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969000" y="1701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5개 (16:40부터 이 순서로 요청)</a:t>
            </a:r>
            <a:endParaRPr sz="1000" b="1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969000" y="1930400"/>
            <a:ext cx="279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248400" y="1930400"/>
            <a:ext cx="14985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7747000" y="1930400"/>
            <a:ext cx="1092300" cy="254100"/>
          </a:xfrm>
          <a:prstGeom prst="rect">
            <a:avLst/>
          </a:prstGeom>
          <a:solidFill>
            <a:srgbClr val="1A1A1A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방법</a:t>
            </a:r>
            <a:endParaRPr sz="850" b="1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969000" y="21844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48400" y="218886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생산 계획 시각적 확인 페이지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747000" y="21844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웹 사이트 접속</a:t>
            </a:r>
            <a:r>
              <a:rPr lang="ko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969000" y="25273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248400" y="25273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생산 문제 발생 사항 입력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747000" y="25273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관리자용 문제 입력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969000" y="28702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248400" y="28702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생산 문제 해결을 위한 선택지 제시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747000" y="28702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미리 정의된 선택 처리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969000" y="32131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248400" y="32131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지연 시간 확인 </a:t>
            </a:r>
            <a:r>
              <a:rPr lang="en-US" altLang="ko-KR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대체 상품 추천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747000" y="32131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엑셀기반 대체품 추천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969000" y="3556000"/>
            <a:ext cx="279300" cy="342900"/>
          </a:xfrm>
          <a:prstGeom prst="rect">
            <a:avLst/>
          </a:prstGeom>
          <a:solidFill>
            <a:srgbClr val="F2F2EE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48400" y="3556000"/>
            <a:ext cx="14985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 dirty="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문제가 해결된 내용이 반영된 페이지 확인</a:t>
            </a:r>
            <a:endParaRPr sz="950" dirty="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7747000" y="3556000"/>
            <a:ext cx="1092300" cy="342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반영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9405" y="4097640"/>
            <a:ext cx="8534400" cy="609600"/>
          </a:xfrm>
          <a:prstGeom prst="roundRect">
            <a:avLst>
              <a:gd name="adj" fmla="val 16667"/>
            </a:avLst>
          </a:prstGeom>
          <a:solidFill>
            <a:srgbClr val="FBEDE5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완성 기준: 입력 → 저장 → 다른 사람 화면에서 조회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기대 효과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마지막 장이에요. 2일차 시연 때 다시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04800" y="939800"/>
            <a:ext cx="8534400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Do Hyeon"/>
                <a:ea typeface="Do Hyeon"/>
                <a:cs typeface="Do Hyeon"/>
                <a:sym typeface="Do Hyeon"/>
              </a:rPr>
              <a:t>이 프로그램으로 누가 가장 편해지나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04800" y="1854200"/>
            <a:ext cx="4191000" cy="1397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AI가 한 일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예) 화면 코드 작성, 기획서 정리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648200" y="1854200"/>
            <a:ext cx="4191000" cy="1397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팀이 한 일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예) 불편 찾기, 원인 분석, 기능 순서 결정, 직접 테스트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04800" y="3403600"/>
            <a:ext cx="8534400" cy="1041300"/>
          </a:xfrm>
          <a:prstGeom prst="roundRect">
            <a:avLst>
              <a:gd name="adj" fmla="val 16667"/>
            </a:avLst>
          </a:prstGeom>
          <a:solidFill>
            <a:srgbClr val="F2F2EE"/>
          </a:solidFill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2일차에 채우기: 직접 눌러서 확인한 버그나 안 되는 기능 1개, 다른 팀이 알려준 개선점 1개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BB98A1-1DF2-4213-802C-F1FFEB39B768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191d01d4-6d4d-4a01-b029-84a2bd8843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759</Words>
  <Application>Microsoft Office PowerPoint</Application>
  <PresentationFormat>화면 슬라이드 쇼(16:9)</PresentationFormat>
  <Paragraphs>180</Paragraphs>
  <Slides>7</Slides>
  <Notes>7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</vt:lpstr>
      <vt:lpstr>Do Hyeon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이영수</cp:lastModifiedBy>
  <cp:revision>6</cp:revision>
  <dcterms:modified xsi:type="dcterms:W3CDTF">2026-10-01T07:32:43Z</dcterms:modified>
</cp:coreProperties>
</file>